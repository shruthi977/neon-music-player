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4"/>
  </p:normalViewPr>
  <p:slideViewPr>
    <p:cSldViewPr snapToGrid="0">
      <p:cViewPr varScale="1">
        <p:scale>
          <a:sx n="111" d="100"/>
          <a:sy n="111" d="100"/>
        </p:scale>
        <p:origin x="8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12/14/25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D178DB4-24ED-4324-6AEC-778BBF1B0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428" y="469671"/>
            <a:ext cx="8825658" cy="861420"/>
          </a:xfrm>
        </p:spPr>
        <p:txBody>
          <a:bodyPr>
            <a:normAutofit/>
          </a:bodyPr>
          <a:lstStyle/>
          <a:p>
            <a:r>
              <a:rPr lang="en-US" sz="4000" b="1" dirty="0"/>
              <a:t>Neon music player mini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A42D9-E605-A2CC-1EDB-12648C05FC5D}"/>
              </a:ext>
            </a:extLst>
          </p:cNvPr>
          <p:cNvSpPr txBox="1"/>
          <p:nvPr/>
        </p:nvSpPr>
        <p:spPr>
          <a:xfrm>
            <a:off x="298428" y="1875101"/>
            <a:ext cx="6484337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Mini Project</a:t>
            </a:r>
          </a:p>
          <a:p>
            <a:r>
              <a:rPr lang="en-IN" sz="2400" b="1" dirty="0"/>
              <a:t>A Python-Based Desktop Application</a:t>
            </a:r>
            <a:endParaRPr lang="en-IN" sz="2400" dirty="0"/>
          </a:p>
          <a:p>
            <a:r>
              <a:rPr lang="en-IN" sz="2400" b="1" dirty="0"/>
              <a:t>Submitted by:</a:t>
            </a:r>
            <a:br>
              <a:rPr lang="en-IN" sz="2400" dirty="0"/>
            </a:br>
            <a:r>
              <a:rPr lang="en-IN" sz="2400" i="1" dirty="0"/>
              <a:t>ERROR 404</a:t>
            </a:r>
          </a:p>
          <a:p>
            <a:r>
              <a:rPr lang="en-IN" sz="2400" b="1" dirty="0"/>
              <a:t>Team members:</a:t>
            </a:r>
          </a:p>
          <a:p>
            <a:pPr lvl="0"/>
            <a:r>
              <a:rPr lang="en-IN" sz="2400" i="1" dirty="0"/>
              <a:t>Shreya AM PES2UG25EC118</a:t>
            </a:r>
          </a:p>
          <a:p>
            <a:pPr lvl="0"/>
            <a:r>
              <a:rPr lang="en-IN" sz="2400" i="1" dirty="0"/>
              <a:t>Shreenidhi S </a:t>
            </a:r>
            <a:r>
              <a:rPr lang="en-IN" sz="2400" i="1" dirty="0" err="1"/>
              <a:t>Dawakhani</a:t>
            </a:r>
            <a:r>
              <a:rPr lang="en-IN" sz="2400" i="1" dirty="0"/>
              <a:t>  PES2UG25AM371</a:t>
            </a:r>
          </a:p>
          <a:p>
            <a:pPr lvl="0"/>
            <a:r>
              <a:rPr lang="en-IN" sz="2400" i="1" dirty="0"/>
              <a:t>Shreyansh Raj PES2UG25CS516</a:t>
            </a:r>
          </a:p>
          <a:p>
            <a:r>
              <a:rPr lang="en-IN" sz="2400" i="1" dirty="0"/>
              <a:t>Shruthi Elangovan PES2UG25AM254</a:t>
            </a:r>
          </a:p>
          <a:p>
            <a:r>
              <a:rPr lang="en-IN" sz="2400" b="1" dirty="0"/>
              <a:t>Subject :</a:t>
            </a:r>
            <a:br>
              <a:rPr lang="en-IN" sz="2400" dirty="0"/>
            </a:br>
            <a:r>
              <a:rPr lang="en-IN" sz="2400" i="1" dirty="0"/>
              <a:t>Python Programming</a:t>
            </a:r>
            <a:endParaRPr lang="en-IN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15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00517-8B9D-470B-B704-76006EFCC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B142D-4E96-9176-8B05-31101BEFA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510" y="1439459"/>
            <a:ext cx="8946541" cy="4195481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Technology:</a:t>
            </a:r>
            <a:r>
              <a:rPr lang="en-IN" dirty="0"/>
              <a:t> Python, </a:t>
            </a:r>
            <a:r>
              <a:rPr lang="en-IN" dirty="0" err="1"/>
              <a:t>Tkinter</a:t>
            </a:r>
            <a:r>
              <a:rPr lang="en-IN" dirty="0"/>
              <a:t>, </a:t>
            </a:r>
            <a:r>
              <a:rPr lang="en-IN" dirty="0" err="1"/>
              <a:t>Pygame</a:t>
            </a:r>
            <a:endParaRPr lang="en-IN" dirty="0"/>
          </a:p>
          <a:p>
            <a:r>
              <a:rPr lang="en-IN" b="1" dirty="0"/>
              <a:t>🔹 Overview</a:t>
            </a:r>
          </a:p>
          <a:p>
            <a:r>
              <a:rPr lang="en-IN" dirty="0"/>
              <a:t>Desktop-based music player application</a:t>
            </a:r>
          </a:p>
          <a:p>
            <a:r>
              <a:rPr lang="en-IN" dirty="0"/>
              <a:t>Designed using </a:t>
            </a:r>
            <a:r>
              <a:rPr lang="en-IN" b="1" dirty="0"/>
              <a:t>Python GUI (</a:t>
            </a:r>
            <a:r>
              <a:rPr lang="en-IN" b="1" dirty="0" err="1"/>
              <a:t>Tkinter</a:t>
            </a:r>
            <a:r>
              <a:rPr lang="en-IN" b="1" dirty="0"/>
              <a:t>)</a:t>
            </a:r>
            <a:endParaRPr lang="en-IN" dirty="0"/>
          </a:p>
          <a:p>
            <a:r>
              <a:rPr lang="en-IN" dirty="0"/>
              <a:t>Audio playback handled using </a:t>
            </a:r>
            <a:r>
              <a:rPr lang="en-IN" b="1" dirty="0" err="1"/>
              <a:t>Pygame</a:t>
            </a:r>
            <a:r>
              <a:rPr lang="en-IN" b="1" dirty="0"/>
              <a:t> Mixer</a:t>
            </a:r>
            <a:endParaRPr lang="en-IN" dirty="0"/>
          </a:p>
          <a:p>
            <a:r>
              <a:rPr lang="en-IN" dirty="0"/>
              <a:t>Attractive </a:t>
            </a:r>
            <a:r>
              <a:rPr lang="en-IN" b="1" dirty="0"/>
              <a:t>neon-themed interface</a:t>
            </a:r>
            <a:endParaRPr lang="en-IN" dirty="0"/>
          </a:p>
          <a:p>
            <a:r>
              <a:rPr lang="en-IN" dirty="0"/>
              <a:t>Supports MP3 and WAV audio formats</a:t>
            </a:r>
          </a:p>
          <a:p>
            <a:r>
              <a:rPr lang="en-IN" b="1" dirty="0"/>
              <a:t>🔹 Objective</a:t>
            </a:r>
          </a:p>
          <a:p>
            <a:r>
              <a:rPr lang="en-IN" dirty="0"/>
              <a:t>To build a simple, lightweight, and interactive music player</a:t>
            </a:r>
          </a:p>
          <a:p>
            <a:r>
              <a:rPr lang="en-IN" dirty="0"/>
              <a:t>To understand GUI development and multimedia handling in Python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058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B0DA2-557E-0217-818C-101C205EA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FEATURES, WORKING &amp; 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7D7CD-8D92-3C2F-FDFB-8E1365848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🔹 Key Features</a:t>
            </a:r>
          </a:p>
          <a:p>
            <a:r>
              <a:rPr lang="en-IN" dirty="0"/>
              <a:t>Load up to </a:t>
            </a:r>
            <a:r>
              <a:rPr lang="en-IN" b="1" dirty="0"/>
              <a:t>50 audio files</a:t>
            </a:r>
            <a:r>
              <a:rPr lang="en-IN" dirty="0"/>
              <a:t> at a time</a:t>
            </a:r>
          </a:p>
          <a:p>
            <a:r>
              <a:rPr lang="en-IN" dirty="0"/>
              <a:t>Playlist display with song selection</a:t>
            </a:r>
          </a:p>
          <a:p>
            <a:r>
              <a:rPr lang="en-IN" dirty="0"/>
              <a:t>Controls:</a:t>
            </a:r>
          </a:p>
          <a:p>
            <a:pPr lvl="1"/>
            <a:r>
              <a:rPr lang="en-IN" dirty="0"/>
              <a:t>Play ▶</a:t>
            </a:r>
          </a:p>
          <a:p>
            <a:pPr lvl="1"/>
            <a:r>
              <a:rPr lang="en-IN" dirty="0"/>
              <a:t>Pause ⏸</a:t>
            </a:r>
          </a:p>
          <a:p>
            <a:pPr lvl="1"/>
            <a:r>
              <a:rPr lang="en-IN" dirty="0"/>
              <a:t>Resume ⏯</a:t>
            </a:r>
          </a:p>
          <a:p>
            <a:pPr lvl="1"/>
            <a:r>
              <a:rPr lang="en-IN" dirty="0"/>
              <a:t>Stop ⏹</a:t>
            </a:r>
          </a:p>
          <a:p>
            <a:pPr lvl="1"/>
            <a:r>
              <a:rPr lang="en-IN" dirty="0"/>
              <a:t>Next ⏭ / Previous ⏮</a:t>
            </a:r>
          </a:p>
          <a:p>
            <a:r>
              <a:rPr lang="en-IN" dirty="0"/>
              <a:t>Real-time song status display</a:t>
            </a:r>
          </a:p>
          <a:p>
            <a:r>
              <a:rPr lang="en-IN" b="1" dirty="0"/>
              <a:t>🔹 Working</a:t>
            </a:r>
          </a:p>
          <a:p>
            <a:r>
              <a:rPr lang="en-IN" dirty="0"/>
              <a:t>User loads songs using file dialog</a:t>
            </a:r>
          </a:p>
          <a:p>
            <a:r>
              <a:rPr lang="en-IN" dirty="0"/>
              <a:t>Selected song is played via </a:t>
            </a:r>
            <a:r>
              <a:rPr lang="en-IN" dirty="0" err="1"/>
              <a:t>Pygame</a:t>
            </a:r>
            <a:r>
              <a:rPr lang="en-IN" dirty="0"/>
              <a:t> mixer</a:t>
            </a:r>
          </a:p>
          <a:p>
            <a:r>
              <a:rPr lang="en-IN" dirty="0"/>
              <a:t>Navigation buttons update playlist dynamically</a:t>
            </a:r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40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BF072-438C-7590-DB47-5EE9C301D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FEATURES, WORKING &amp; 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1BAC7-3BBE-7BDC-B668-0AC7FFF88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🔹 Conclusion &amp; Future Scope</a:t>
            </a:r>
          </a:p>
          <a:p>
            <a:r>
              <a:rPr lang="en-IN" dirty="0"/>
              <a:t>Successfully implemented a functional music player</a:t>
            </a:r>
          </a:p>
          <a:p>
            <a:r>
              <a:rPr lang="en-IN" dirty="0"/>
              <a:t>Easy to use and visually appealing</a:t>
            </a:r>
          </a:p>
          <a:p>
            <a:r>
              <a:rPr lang="en-IN" dirty="0"/>
              <a:t>Future enhancements:</a:t>
            </a:r>
          </a:p>
          <a:p>
            <a:pPr lvl="1"/>
            <a:r>
              <a:rPr lang="en-IN" dirty="0"/>
              <a:t>Volume control</a:t>
            </a:r>
          </a:p>
          <a:p>
            <a:pPr lvl="1"/>
            <a:r>
              <a:rPr lang="en-IN" dirty="0"/>
              <a:t>Shuffle &amp; repeat mode</a:t>
            </a:r>
          </a:p>
          <a:p>
            <a:pPr lvl="1"/>
            <a:r>
              <a:rPr lang="en-IN" dirty="0"/>
              <a:t>Song progress bar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0097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</TotalTime>
  <Words>192</Words>
  <Application>Microsoft Macintosh PowerPoint</Application>
  <PresentationFormat>Widescreen</PresentationFormat>
  <Paragraphs>44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Ion</vt:lpstr>
      <vt:lpstr>PowerPoint Presentation</vt:lpstr>
      <vt:lpstr>PROJECT OVERVIEW</vt:lpstr>
      <vt:lpstr>FEATURES, WORKING &amp; CONCLUSION</vt:lpstr>
      <vt:lpstr>FEATURES, WORKING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1</cp:revision>
  <dcterms:created xsi:type="dcterms:W3CDTF">2025-12-14T11:46:02Z</dcterms:created>
  <dcterms:modified xsi:type="dcterms:W3CDTF">2025-12-14T11:53:30Z</dcterms:modified>
</cp:coreProperties>
</file>